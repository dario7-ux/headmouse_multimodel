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432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0" cy="18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2560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DIAGRAMA DE ARQUITECTURA Y FLUJO ALGORTÍMICO - FOCUZVOZ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1. CAPA DE SENSORES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1148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41148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📷 Cámara Web (OpenCV)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3840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cv2.VideoCapture</a:t>
            </a:r>
            <a:br/>
            <a:r>
              <a:t>• Resolución forzada a 4:3.</a:t>
            </a:r>
            <a:br/>
            <a:r>
              <a:t>• Hilo dedicado (ThreadCameras).</a:t>
            </a:r>
            <a:br/>
            <a:r>
              <a:t>• Optimización: frame.flags.writeable=False.</a:t>
            </a:r>
            <a:br/>
            <a:br/>
            <a:r>
              <a:t>-&gt; Genera matrices NumPy de píxeles (RGB).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858000"/>
            <a:ext cx="41148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858000"/>
            <a:ext cx="41148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69037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🎤 Micrófono (PyAudio)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7315200"/>
            <a:ext cx="3840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Flujo de audio PCM continuo.</a:t>
            </a:r>
            <a:br/>
            <a:r>
              <a:t>• Frecuencia: 16000Hz (requerido por Vosk).</a:t>
            </a:r>
            <a:br/>
            <a:r>
              <a:t>• Buffer: chunks de 2048 muestras.</a:t>
            </a:r>
            <a:br/>
            <a:br/>
            <a:r>
              <a:t>-&gt; Genera ráfagas de audio digital (bytes).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2. EXTRACCIÓN Y FILTRADO (NÚCLEO)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828800"/>
            <a:ext cx="54864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828800"/>
            <a:ext cx="54864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7451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👁️ MediaPipe FaceMesh (Vision)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86000"/>
            <a:ext cx="52120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Algoritmo de Detección: FaceLandmarker Task.</a:t>
            </a:r>
            <a:br/>
            <a:r>
              <a:t>• Extrae 478 landmarks faciales + 52 Blendshapes.</a:t>
            </a:r>
            <a:br/>
            <a:r>
              <a:t>• ALGORITMO ROTACIONAL: Descomposición SVD (Singular Value Decomposition) sobre la matriz de transformación para calcular Pitch/Yaw/Roll y mapear a 2D.</a:t>
            </a:r>
            <a:br/>
            <a:r>
              <a:t>• FILTRO DE SUAVIZADO: Aplicación de Kernel Smooth de Convolución sobre un búfer circular de tamaño 100 para eliminar temblores (Jitter) del rostro.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6400800"/>
            <a:ext cx="54864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6400800"/>
            <a:ext cx="54864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64465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🗣️ Noise Gate &amp; Vosk (Voz)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6858000"/>
            <a:ext cx="52120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ALGORITMO NOISE GATE:</a:t>
            </a:r>
            <a:br/>
            <a:r>
              <a:t>  1. RMS Amplitude: Calcula la raíz cuadrada media del bloque PCM.</a:t>
            </a:r>
            <a:br/>
            <a:r>
              <a:t>  2. Threshold: Mapeo matemático desde sensibilidad de UI.</a:t>
            </a:r>
            <a:br/>
            <a:r>
              <a:t>  3. Sostenido (Hangover): +4 bloques abiertos para evitar cortes.</a:t>
            </a:r>
            <a:br/>
            <a:r>
              <a:t>  4. Filtro: Si RMS &lt; Threshold, inyecta bytes nulos (b'\x00').</a:t>
            </a:r>
            <a:br/>
            <a:br/>
            <a:r>
              <a:t>• VOSK Offline: Interpreta solo voz validada y usa Regex para comandos ("clic", "abrir").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0" y="1371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3. MÁQUINA DE ESTADOS (ANTI-MIDAS TOUCH)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0" y="2743200"/>
            <a:ext cx="50292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0" y="2743200"/>
            <a:ext cx="50292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64640" y="2788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⚙️ Facial Event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10360" y="3200400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EVALUACIÓN TEMPORAL DE GESTOS (ALGORITMO ESTRICTO):</a:t>
            </a:r>
            <a:br/>
            <a:br/>
            <a:r>
              <a:t>1. Frame Stability:</a:t>
            </a:r>
            <a:br/>
            <a:r>
              <a:t>   Requiere N frames consecutivos con blendshape &gt; Umbral para activar el estado (Evita falsos positivos).</a:t>
            </a:r>
            <a:br/>
            <a:br/>
            <a:r>
              <a:t>2. Dwell Time (Tiempo de Espera - 150ms):</a:t>
            </a:r>
            <a:br/>
            <a:r>
              <a:t>   ¿Cuánto tiempo lleva "estable" el gesto? Si </a:t>
            </a:r>
            <a:br/>
            <a:r>
              <a:t>   (Time.now - activation_start) &gt; Dwell Time -&gt; APROBADO.</a:t>
            </a:r>
            <a:br/>
            <a:br/>
            <a:r>
              <a:t>3. Cooldown (Enfriamiento - 350ms):</a:t>
            </a:r>
            <a:br/>
            <a:r>
              <a:t>   Una vez disparado, se bloquea el gesto hasta que </a:t>
            </a:r>
            <a:br/>
            <a:r>
              <a:t>   (Time.now - last_trigger) &gt; Cooldown.</a:t>
            </a:r>
            <a:br/>
            <a:br/>
            <a:r>
              <a:t>-&gt; Si todo se cumple, emite señal booleana de ACCIÓN INTENCIONAL.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4. CAPA DE EJECUCIÓN (SISTEMA OPERATIVO)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0" y="1828800"/>
            <a:ext cx="54864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31200" y="1828800"/>
            <a:ext cx="54864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22640" y="187451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🖱️ Mouse 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68360" y="228600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ALGORITMO ESCALADO: Mapea coordenadas normalizadas del rostro al tamaño del monitor actual (win32api).</a:t>
            </a:r>
            <a:br/>
            <a:r>
              <a:t>• API: PyDirectInput.moveTo()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0" y="4572000"/>
            <a:ext cx="54864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031200" y="4572000"/>
            <a:ext cx="54864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0" y="46177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⌨️ Keybinder &amp; AutoType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168360" y="502920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Traduce señales validadas en Inyección directa.</a:t>
            </a:r>
            <a:br/>
            <a:r>
              <a:t>• pynput (escribe texto carácter por carácter).</a:t>
            </a:r>
            <a:br/>
            <a:r>
              <a:t>• pyauotgui (clics de mouse).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0" y="7315200"/>
            <a:ext cx="54864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031200" y="7315200"/>
            <a:ext cx="5486400" cy="365760"/>
          </a:xfrm>
          <a:prstGeom prst="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22640" y="7360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🔊 TTS &amp; 💾 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68360" y="777240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TTS Asíncrono: Algoritmo Anti-Deadlock usando colas para no colgar Windows (pyttsx3).</a:t>
            </a:r>
            <a:br/>
            <a:r>
              <a:t>• SQL: Registra Telemetría (log_research_event).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0" y="2971800"/>
            <a:ext cx="18288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120640" y="2743200"/>
            <a:ext cx="138988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27432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Matriz RGB (Frames)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0" y="8001000"/>
            <a:ext cx="18288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120640" y="7772400"/>
            <a:ext cx="138988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7772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Buffer PCM (Chunks)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2344400" y="4800600"/>
            <a:ext cx="18288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2344400" y="4572000"/>
            <a:ext cx="17556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5840" y="4572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Vector 52D + Coordenadas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2344400" y="5486400"/>
            <a:ext cx="8686800" cy="251460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5910559" y="6858000"/>
            <a:ext cx="190195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002000" y="6858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Text String ("abrir word")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2344400" y="8001000"/>
            <a:ext cx="8686800" cy="22860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6824960" y="8046720"/>
            <a:ext cx="1316736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916400" y="80467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Señal TTS ("Clic")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9202400" y="2743200"/>
            <a:ext cx="1828800" cy="205740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9202400" y="3474720"/>
            <a:ext cx="138988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293840" y="3474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(X, Y) Estabilizado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202400" y="4800600"/>
            <a:ext cx="1828800" cy="68580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9202400" y="5120640"/>
            <a:ext cx="1243584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93840" y="51206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Señal True (Clic)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17373600"/>
            <a:ext cx="27432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17602200"/>
            <a:ext cx="2560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Flujo de Ejecución Continuo a 15 FPS:  Captura -&gt; Filtrado Matemático -&gt; Validación Temporal -&gt; Inyección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