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00" cy="914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11111"/>
                </a:solidFill>
                <a:latin typeface="Segoe UI"/>
              </a:rPr>
              <a:t>FocuzVoz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Segoe UI"/>
              </a:rPr>
              <a:t>Arquitectura de Software (Módulos y Flujo de Datos)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743200" cy="18288"/>
          </a:xfrm>
          <a:prstGeom prst="round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0" cy="2011680"/>
          </a:xfrm>
          <a:prstGeom prst="roundRect">
            <a:avLst/>
          </a:prstGeom>
          <a:solidFill>
            <a:srgbClr val="E9ECEF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Segoe UI"/>
              </a:rPr>
              <a:t>CAPA DE PRESENTACIÓN (Interfaz y Estado)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5351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🖥️ Interfaz Usuario</a:t>
            </a:r>
            <a:br/>
            <a:r>
              <a:t>src/gui/main_gui.py</a:t>
            </a:r>
            <a:br/>
            <a:r>
              <a:t>Panel de Configuración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56032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95351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🕹️ Overlay UI</a:t>
            </a:r>
            <a:br/>
            <a:r>
              <a:t>src/gui/bot_overlay.py</a:t>
            </a:r>
            <a:br/>
            <a:r>
              <a:t>Feedback Visual en Pantalla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56032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95351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⚙️ Gestor de Perfiles</a:t>
            </a:r>
            <a:br/>
            <a:r>
              <a:t>src/config_manager.py</a:t>
            </a:r>
            <a:br/>
            <a:r>
              <a:t>Estado Global (Singleton)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3840480"/>
            <a:ext cx="0" cy="73152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8872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Segoe UI"/>
              </a:rPr>
              <a:t>Actualiza</a:t>
            </a:r>
            <a:br/>
            <a:r>
              <a:t>Configuraciones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126480" y="3840480"/>
            <a:ext cx="0" cy="73152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6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Segoe UI"/>
              </a:rPr>
              <a:t>Emite Feedback</a:t>
            </a:r>
            <a:br/>
            <a:r>
              <a:t>al Usuario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8229600" cy="3291840"/>
          </a:xfrm>
          <a:prstGeom prst="roundRect">
            <a:avLst/>
          </a:prstGeom>
          <a:solidFill>
            <a:srgbClr val="E9ECEF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Segoe UI"/>
              </a:rPr>
              <a:t>CAPA DE LÓGICA DE NEGOCIO (Motor Central y Controladores)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228600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4243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👁️ Pipeline de Visión</a:t>
            </a:r>
            <a:br/>
            <a:r>
              <a:t>src/camera_manager.py</a:t>
            </a:r>
            <a:br/>
            <a:r>
              <a:t>src/detectors/facemesh.py</a:t>
            </a:r>
            <a:br/>
            <a:r>
              <a:t>MediaPipe Blendshapes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5303520"/>
            <a:ext cx="228600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574243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🧠 Gestor de Eventos</a:t>
            </a:r>
            <a:br/>
            <a:r>
              <a:t>src/controllers/facial_event_manager.py</a:t>
            </a:r>
            <a:br/>
            <a:r>
              <a:t>Dwell Time y Cooldown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303520"/>
            <a:ext cx="228600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74243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🎙️ Procesador de Voz</a:t>
            </a:r>
            <a:br/>
            <a:r>
              <a:t>src/controllers/voice_controller.py</a:t>
            </a:r>
            <a:br/>
            <a:r>
              <a:t>Vosk Offline STT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6766560"/>
            <a:ext cx="54864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702259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🔄 Filtrado y Orquestación</a:t>
            </a:r>
            <a:br/>
            <a:r>
              <a:t>src/utils/one_euro_filter.py (Suavizado) | src/pipeline.py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828800" y="7863840"/>
            <a:ext cx="0" cy="1097280"/>
          </a:xfrm>
          <a:prstGeom prst="line">
            <a:avLst/>
          </a:prstGeom>
          <a:ln w="381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" y="8229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Segoe UI"/>
              </a:rPr>
              <a:t>Frames Video</a:t>
            </a:r>
            <a:br/>
            <a:r>
              <a:t>y Audio PCM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0" y="7863840"/>
            <a:ext cx="0" cy="109728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4880" y="8229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Segoe UI"/>
              </a:rPr>
              <a:t>Consultas y Logs</a:t>
            </a:r>
            <a:br/>
            <a:r>
              <a:t>hacia focuzvoz.db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0" y="7863840"/>
            <a:ext cx="0" cy="1097280"/>
          </a:xfrm>
          <a:prstGeom prst="line">
            <a:avLst/>
          </a:prstGeom>
          <a:ln w="381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79" y="8229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Segoe UI"/>
              </a:rPr>
              <a:t>Comandos al SO</a:t>
            </a:r>
            <a:br/>
            <a:r>
              <a:t>(Clicks y Teclas)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8961120"/>
            <a:ext cx="8229600" cy="2011680"/>
          </a:xfrm>
          <a:prstGeom prst="roundRect">
            <a:avLst/>
          </a:prstGeom>
          <a:solidFill>
            <a:srgbClr val="E9ECEF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9144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Segoe UI"/>
              </a:rPr>
              <a:t>CAPA DE INFRAESTRUCTURA (Hardware, SO y Datos)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969264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1008583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📥 Entradas de Hardware</a:t>
            </a:r>
            <a:br/>
            <a:r>
              <a:t>OpenCV (Cámara Web)</a:t>
            </a:r>
            <a:br/>
            <a:r>
              <a:t>PyAudio (Micrófono)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969264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1008583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💾 Persistencia</a:t>
            </a:r>
            <a:br/>
            <a:r>
              <a:t>src/utils/database.py</a:t>
            </a:r>
            <a:br/>
            <a:r>
              <a:t>Base de Datos SQLite3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969264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1008583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📤 Salidas de Sistema</a:t>
            </a:r>
            <a:br/>
            <a:r>
              <a:t>mouse_controller.py</a:t>
            </a:r>
            <a:br/>
            <a:r>
              <a:t>keybinder.py (PyAutoGUI)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0" y="12252960"/>
            <a:ext cx="9144000" cy="548640"/>
          </a:xfrm>
          <a:prstGeom prst="round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243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Segoe UI"/>
              </a:rPr>
              <a:t>FocuzVoz 3.0 · Infografía de Arquitectura Monolítica por Capas · Comunicación mediante callbacks e hilos paralelos.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