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5603200" cy="1463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5" d="100"/>
          <a:sy n="35" d="100"/>
        </p:scale>
        <p:origin x="1003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00" cy="14630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54864"/>
            <a:ext cx="2523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11111"/>
                </a:solidFill>
                <a:latin typeface="Arial"/>
              </a:rPr>
              <a:t>Arquitectura FocuzVoz 3.0  —  Diagrama de Componentes y Flujo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30352"/>
            <a:ext cx="25237440" cy="137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" y="640080"/>
            <a:ext cx="3840480" cy="5029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4176" y="685800"/>
            <a:ext cx="21178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55555"/>
                </a:solidFill>
                <a:latin typeface="Arial"/>
              </a:rPr>
              <a:t>Interfaz de Usuario y Ajustes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0"/>
            <a:ext cx="3840480" cy="749807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08671" y="5989320"/>
            <a:ext cx="158889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55555"/>
                </a:solidFill>
                <a:latin typeface="Arial"/>
              </a:rPr>
              <a:t>Sensores de Entrada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5188" y="1358888"/>
            <a:ext cx="14943050" cy="269647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70911" y="1359667"/>
            <a:ext cx="389561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 err="1">
                <a:solidFill>
                  <a:srgbClr val="555555"/>
                </a:solidFill>
                <a:latin typeface="Arial"/>
              </a:rPr>
              <a:t>Módulo</a:t>
            </a:r>
            <a:r>
              <a:rPr sz="1100" b="1" dirty="0">
                <a:solidFill>
                  <a:srgbClr val="555555"/>
                </a:solidFill>
                <a:latin typeface="Arial"/>
              </a:rPr>
              <a:t> de </a:t>
            </a:r>
            <a:r>
              <a:rPr sz="1100" b="1" dirty="0" err="1">
                <a:solidFill>
                  <a:srgbClr val="555555"/>
                </a:solidFill>
                <a:latin typeface="Arial"/>
              </a:rPr>
              <a:t>Procesamiento</a:t>
            </a:r>
            <a:r>
              <a:rPr sz="1100" b="1" dirty="0">
                <a:solidFill>
                  <a:srgbClr val="555555"/>
                </a:solidFill>
                <a:latin typeface="Arial"/>
              </a:rPr>
              <a:t> de Voz  (voice_controller.py)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58" y="5792724"/>
            <a:ext cx="15041878" cy="2619751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74659" y="5858515"/>
            <a:ext cx="430758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 err="1">
                <a:solidFill>
                  <a:srgbClr val="555555"/>
                </a:solidFill>
                <a:latin typeface="Arial"/>
              </a:rPr>
              <a:t>Módulo</a:t>
            </a:r>
            <a:r>
              <a:rPr sz="1100" b="1" dirty="0">
                <a:solidFill>
                  <a:srgbClr val="555555"/>
                </a:solidFill>
                <a:latin typeface="Arial"/>
              </a:rPr>
              <a:t> de </a:t>
            </a:r>
            <a:r>
              <a:rPr sz="1100" b="1" dirty="0" err="1">
                <a:solidFill>
                  <a:srgbClr val="555555"/>
                </a:solidFill>
                <a:latin typeface="Arial"/>
              </a:rPr>
              <a:t>Procesamiento</a:t>
            </a:r>
            <a:r>
              <a:rPr sz="1100" b="1" dirty="0">
                <a:solidFill>
                  <a:srgbClr val="555555"/>
                </a:solidFill>
                <a:latin typeface="Arial"/>
              </a:rPr>
              <a:t> Visual  (facemesh.py · controllers/)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0" y="1641348"/>
            <a:ext cx="3931920" cy="6350507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568667" y="1815737"/>
            <a:ext cx="142058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555555"/>
                </a:solidFill>
                <a:latin typeface="Arial"/>
              </a:rPr>
              <a:t>Sistema </a:t>
            </a:r>
            <a:r>
              <a:rPr sz="1100" b="1" dirty="0" err="1">
                <a:solidFill>
                  <a:srgbClr val="555555"/>
                </a:solidFill>
                <a:latin typeface="Arial"/>
              </a:rPr>
              <a:t>Operativo</a:t>
            </a:r>
            <a:endParaRPr sz="1100" b="1" dirty="0">
              <a:solidFill>
                <a:srgbClr val="555555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43598" y="9601199"/>
            <a:ext cx="17896111" cy="362559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517962" y="9646920"/>
            <a:ext cx="277351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55555"/>
                </a:solidFill>
                <a:latin typeface="Arial"/>
              </a:rPr>
              <a:t>Persistencia, Telemetría y Distribución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74320" y="11978640"/>
            <a:ext cx="457200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74320" y="7406640"/>
            <a:ext cx="0" cy="457200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4320" y="7406640"/>
            <a:ext cx="457200" cy="0"/>
          </a:xfrm>
          <a:prstGeom prst="line">
            <a:avLst/>
          </a:prstGeom>
          <a:ln w="1524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57200" y="11978640"/>
            <a:ext cx="274320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57200" y="10149840"/>
            <a:ext cx="0" cy="182880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" y="10149840"/>
            <a:ext cx="274320" cy="0"/>
          </a:xfrm>
          <a:prstGeom prst="line">
            <a:avLst/>
          </a:prstGeom>
          <a:ln w="1524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03120" y="2834640"/>
            <a:ext cx="0" cy="640080"/>
          </a:xfrm>
          <a:prstGeom prst="line">
            <a:avLst/>
          </a:prstGeom>
          <a:ln w="1651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7406640"/>
            <a:ext cx="1005840" cy="0"/>
          </a:xfrm>
          <a:prstGeom prst="line">
            <a:avLst/>
          </a:prstGeom>
          <a:ln w="1651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480560" y="2651760"/>
            <a:ext cx="0" cy="4754880"/>
          </a:xfrm>
          <a:prstGeom prst="line">
            <a:avLst/>
          </a:prstGeom>
          <a:ln w="1651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80560" y="2651760"/>
            <a:ext cx="1005840" cy="0"/>
          </a:xfrm>
          <a:prstGeom prst="line">
            <a:avLst/>
          </a:prstGeom>
          <a:ln w="1651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29600" y="2651760"/>
            <a:ext cx="1097280" cy="0"/>
          </a:xfrm>
          <a:prstGeom prst="line">
            <a:avLst/>
          </a:prstGeom>
          <a:ln w="1651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070080" y="2651760"/>
            <a:ext cx="1097280" cy="0"/>
          </a:xfrm>
          <a:prstGeom prst="line">
            <a:avLst/>
          </a:prstGeom>
          <a:ln w="1651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910559" y="2651760"/>
            <a:ext cx="1097281" cy="0"/>
          </a:xfrm>
          <a:prstGeom prst="line">
            <a:avLst/>
          </a:prstGeom>
          <a:ln w="1651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474720" y="9692640"/>
            <a:ext cx="1371600" cy="0"/>
          </a:xfrm>
          <a:prstGeom prst="line">
            <a:avLst/>
          </a:prstGeom>
          <a:ln w="1651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846320" y="7132320"/>
            <a:ext cx="0" cy="2560320"/>
          </a:xfrm>
          <a:prstGeom prst="line">
            <a:avLst/>
          </a:prstGeom>
          <a:ln w="1651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846320" y="7132320"/>
            <a:ext cx="640080" cy="0"/>
          </a:xfrm>
          <a:prstGeom prst="line">
            <a:avLst/>
          </a:prstGeom>
          <a:ln w="1651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29600" y="7132320"/>
            <a:ext cx="1097280" cy="0"/>
          </a:xfrm>
          <a:prstGeom prst="line">
            <a:avLst/>
          </a:prstGeom>
          <a:ln w="1651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070080" y="7132320"/>
            <a:ext cx="1097280" cy="0"/>
          </a:xfrm>
          <a:prstGeom prst="line">
            <a:avLst/>
          </a:prstGeom>
          <a:ln w="1651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5910559" y="7132320"/>
            <a:ext cx="1097281" cy="0"/>
          </a:xfrm>
          <a:prstGeom prst="line">
            <a:avLst/>
          </a:prstGeom>
          <a:ln w="1651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9751040" y="2651760"/>
            <a:ext cx="2194560" cy="548640"/>
          </a:xfrm>
          <a:prstGeom prst="line">
            <a:avLst/>
          </a:prstGeom>
          <a:ln w="1905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9751040" y="6583680"/>
            <a:ext cx="2194560" cy="548640"/>
          </a:xfrm>
          <a:prstGeom prst="line">
            <a:avLst/>
          </a:prstGeom>
          <a:ln w="1905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3317200" y="4023360"/>
            <a:ext cx="0" cy="1737360"/>
          </a:xfrm>
          <a:prstGeom prst="line">
            <a:avLst/>
          </a:prstGeom>
          <a:ln w="1651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474720" y="4297680"/>
            <a:ext cx="274319" cy="0"/>
          </a:xfrm>
          <a:prstGeom prst="line">
            <a:avLst/>
          </a:prstGeom>
          <a:ln w="1651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749039" y="4297680"/>
            <a:ext cx="0" cy="7223760"/>
          </a:xfrm>
          <a:prstGeom prst="line">
            <a:avLst/>
          </a:prstGeom>
          <a:ln w="1651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749039" y="11521440"/>
            <a:ext cx="2606041" cy="0"/>
          </a:xfrm>
          <a:prstGeom prst="line">
            <a:avLst/>
          </a:prstGeom>
          <a:ln w="1651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474720" y="3840480"/>
            <a:ext cx="640080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114800" y="2194560"/>
            <a:ext cx="0" cy="164592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14800" y="2194560"/>
            <a:ext cx="1371600" cy="0"/>
          </a:xfrm>
          <a:prstGeom prst="line">
            <a:avLst/>
          </a:prstGeom>
          <a:ln w="1397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474720" y="3840480"/>
            <a:ext cx="640080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114800" y="3840480"/>
            <a:ext cx="0" cy="274320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114800" y="6583680"/>
            <a:ext cx="1371600" cy="0"/>
          </a:xfrm>
          <a:prstGeom prst="line">
            <a:avLst/>
          </a:prstGeom>
          <a:ln w="1397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37160" y="2011680"/>
            <a:ext cx="594360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37160" y="2011680"/>
            <a:ext cx="0" cy="722376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37160" y="9235440"/>
            <a:ext cx="594360" cy="0"/>
          </a:xfrm>
          <a:prstGeom prst="line">
            <a:avLst/>
          </a:prstGeom>
          <a:ln w="1397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4538960" y="3474720"/>
            <a:ext cx="0" cy="7223760"/>
          </a:xfrm>
          <a:prstGeom prst="line">
            <a:avLst/>
          </a:prstGeom>
          <a:ln w="1397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4538960" y="7955279"/>
            <a:ext cx="0" cy="2743201"/>
          </a:xfrm>
          <a:prstGeom prst="line">
            <a:avLst/>
          </a:prstGeom>
          <a:ln w="1397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0744200" y="11521440"/>
            <a:ext cx="1965960" cy="0"/>
          </a:xfrm>
          <a:prstGeom prst="line">
            <a:avLst/>
          </a:prstGeom>
          <a:ln w="1397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3317200" y="7406640"/>
            <a:ext cx="0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3317200" y="7406640"/>
            <a:ext cx="0" cy="329184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21259800" y="10698480"/>
            <a:ext cx="2057400" cy="0"/>
          </a:xfrm>
          <a:prstGeom prst="line">
            <a:avLst/>
          </a:prstGeom>
          <a:ln w="13970">
            <a:solidFill>
              <a:srgbClr val="11111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176272" y="3063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Ajustes GUI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" y="10789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Comando de voz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11064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Gesto facial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" y="5486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Preview de cámara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23774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Audio PCM (16kHz)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0" y="9418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Video RGB (30 FPS)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06240" y="1920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Umbrales RMS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06240" y="64008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Filtro cursor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11247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Cargar perfiles (JSON/DB)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23774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Audio filtrado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15800" y="2377440"/>
            <a:ext cx="1005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Texto reconocido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956280" y="2377440"/>
            <a:ext cx="1005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Confirmación TTS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6858000"/>
            <a:ext cx="914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Landmarks 3D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15800" y="6858000"/>
            <a:ext cx="1005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Coordenadas X/Y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956280" y="68580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Gesto / Dwell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842480" y="23774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Simulación teclas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842480" y="6858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Movimiento mouse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408640" y="4754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Inyección Win32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0" y="10424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Compilar EXE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630400" y="4572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Logs STT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630400" y="8686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Logs Gestos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881360" y="11247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55555"/>
                </a:solidFill>
                <a:latin typeface="Arial"/>
              </a:rPr>
              <a:t>Persistir logs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68096" y="1225296"/>
            <a:ext cx="274320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731520" y="1188720"/>
            <a:ext cx="2743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Picture 80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20040" cy="32004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574523" y="1231651"/>
            <a:ext cx="1468672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CustomTkinter GUI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42651" y="1490472"/>
            <a:ext cx="133241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views/ vistas del panel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4672" y="1719072"/>
            <a:ext cx="259689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22960" y="1792224"/>
            <a:ext cx="256032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Interfaz de control principal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Configuración visual de perfiles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Previsualización en tiempo real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68096" y="3511296"/>
            <a:ext cx="274320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731520" y="3474720"/>
            <a:ext cx="2743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8" name="Picture 87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566160"/>
            <a:ext cx="320040" cy="32004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702764" y="3517650"/>
            <a:ext cx="121219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ConfigManager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90741" y="3776472"/>
            <a:ext cx="123623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Singleton de Ajustes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04672" y="4005072"/>
            <a:ext cx="259689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22960" y="4078224"/>
            <a:ext cx="256032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Persistencia JSON y SQLite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Sincronización de perfiles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Actualización en caliente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68096" y="6620256"/>
            <a:ext cx="274320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731520" y="6583680"/>
            <a:ext cx="2743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5" name="Picture 94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675120"/>
            <a:ext cx="320040" cy="32004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929589" y="6626611"/>
            <a:ext cx="75854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PyAudio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61887" y="6885432"/>
            <a:ext cx="129394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Captura de micrófono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04672" y="7114032"/>
            <a:ext cx="259689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22960" y="7187184"/>
            <a:ext cx="256032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Audio PCM mono a 16000 Hz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Búfer de entrada dinámico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Ejecución en hilo secundario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68096" y="8906255"/>
            <a:ext cx="274320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731520" y="8869680"/>
            <a:ext cx="2743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" name="Picture 101" descr="open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961119"/>
            <a:ext cx="320040" cy="320040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1937604" y="8912611"/>
            <a:ext cx="74251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OpenCV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687535" y="9171432"/>
            <a:ext cx="124264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camera_manager.py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04672" y="9400032"/>
            <a:ext cx="259689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22960" y="9473184"/>
            <a:ext cx="256032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Captura a 30 FPS en 4:3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Filtro espejo y recorte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Hilo de cámara independiente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68096" y="11192255"/>
            <a:ext cx="274320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31520" y="11155680"/>
            <a:ext cx="2743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757038" y="11198611"/>
            <a:ext cx="71045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Usuario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574296" y="11457432"/>
            <a:ext cx="107593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Entrada biológica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04672" y="11686032"/>
            <a:ext cx="259689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22960" y="11759184"/>
            <a:ext cx="256032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Movimiento y gestos faciales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Comandos de voz directos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Operación manos libres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522976" y="1865376"/>
            <a:ext cx="274320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5486400" y="1828800"/>
            <a:ext cx="2743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5" name="Picture 114" descr="num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920240"/>
            <a:ext cx="320040" cy="320040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6727749" y="1871730"/>
            <a:ext cx="671979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NumPy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94325" y="2130552"/>
            <a:ext cx="133882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Filtro Noise Gate RMS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559552" y="2359152"/>
            <a:ext cx="259689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577840" y="2432304"/>
            <a:ext cx="256032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Supresión activa de ruido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Cálculo de volumen RMS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Umbral de volumen dinámico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363455" y="1865376"/>
            <a:ext cx="274320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9326880" y="1828800"/>
            <a:ext cx="2743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2" name="Picture 121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19" y="1920240"/>
            <a:ext cx="320040" cy="320040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10489682" y="1871730"/>
            <a:ext cx="829073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Vosk STT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228393" y="2130552"/>
            <a:ext cx="135165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Reconocimiento offline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400032" y="2359152"/>
            <a:ext cx="259689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9418319" y="2432304"/>
            <a:ext cx="256032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Modelo local en español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Transcripción offline rápida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Procesamiento en memoria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3203936" y="1865376"/>
            <a:ext cx="274320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13167360" y="1828800"/>
            <a:ext cx="2743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9" name="Picture 128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0" y="1920240"/>
            <a:ext cx="320040" cy="320040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14405504" y="1871730"/>
            <a:ext cx="67839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pyttsx3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4177878" y="2130552"/>
            <a:ext cx="113364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Feedback Auditivo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3240512" y="2359152"/>
            <a:ext cx="259689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3258800" y="2432304"/>
            <a:ext cx="256032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Confirmación de voz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Hilo dedicado COM seguro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Síntesis de voz offline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7044416" y="1865376"/>
            <a:ext cx="274320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17007840" y="1828800"/>
            <a:ext cx="2743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6" name="Picture 135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0" y="1920240"/>
            <a:ext cx="320040" cy="32004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17862065" y="1871730"/>
            <a:ext cx="1446229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pynput / pyautogui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7870881" y="2130552"/>
            <a:ext cx="142859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Traductor de Comandos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7080992" y="2359152"/>
            <a:ext cx="259689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7099280" y="2432304"/>
            <a:ext cx="256032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Conversión de texto a acción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Cierre seguro (TaskKiller)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Simulación de teclas físicas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522976" y="6345936"/>
            <a:ext cx="274320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141"/>
          <p:cNvSpPr/>
          <p:nvPr/>
        </p:nvSpPr>
        <p:spPr>
          <a:xfrm>
            <a:off x="5486400" y="6309360"/>
            <a:ext cx="2743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3" name="Picture 142" descr="mediapi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6400800"/>
            <a:ext cx="320040" cy="32004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6622753" y="6352291"/>
            <a:ext cx="881972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MediaPipe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535389" y="6611112"/>
            <a:ext cx="105670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FaceLandmarker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559552" y="6839712"/>
            <a:ext cx="259689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5577840" y="6912864"/>
            <a:ext cx="256032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Detección 478 landmarks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52 blendshapes faciales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Matriz de rotación 3D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363455" y="6345936"/>
            <a:ext cx="274320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ounded Rectangle 148"/>
          <p:cNvSpPr/>
          <p:nvPr/>
        </p:nvSpPr>
        <p:spPr>
          <a:xfrm>
            <a:off x="9326880" y="6309360"/>
            <a:ext cx="2743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0" name="Picture 149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19" y="6400800"/>
            <a:ext cx="320040" cy="320040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10251637" y="6352291"/>
            <a:ext cx="1305164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OneEuroFilter2D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436783" y="6611112"/>
            <a:ext cx="93487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Filtro de Ruido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400032" y="6839712"/>
            <a:ext cx="259689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9418319" y="6912864"/>
            <a:ext cx="256032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Filtro adaptativo de cursor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Eliminación total de jitter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Suavizado en tiempo real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3203936" y="6345936"/>
            <a:ext cx="274320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ounded Rectangle 155"/>
          <p:cNvSpPr/>
          <p:nvPr/>
        </p:nvSpPr>
        <p:spPr>
          <a:xfrm>
            <a:off x="13167360" y="6309360"/>
            <a:ext cx="2743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7" name="Picture 156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0" y="6400800"/>
            <a:ext cx="320040" cy="320040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13970289" y="6352291"/>
            <a:ext cx="154882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FacialEventManager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3988724" y="6611112"/>
            <a:ext cx="151195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Máquina de Estados FSM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3240512" y="6839712"/>
            <a:ext cx="259689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3258800" y="6912864"/>
            <a:ext cx="256032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Control Midas Touch (150ms)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Gestión de gestos y dwell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Mapeo de acciones y delay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17044416" y="6345936"/>
            <a:ext cx="274320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17007840" y="6309360"/>
            <a:ext cx="2743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4" name="Picture 163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0" y="6400800"/>
            <a:ext cx="320040" cy="32004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17932597" y="6352291"/>
            <a:ext cx="1305164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MouseController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8021563" y="6611112"/>
            <a:ext cx="11272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Gestor de Puntero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7080992" y="6839712"/>
            <a:ext cx="259689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17099280" y="6912864"/>
            <a:ext cx="256032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Movimiento suave por rostro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Aceleración sigmoidal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Soporte multimonitor nativo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1982176" y="2414016"/>
            <a:ext cx="274320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ounded Rectangle 169"/>
          <p:cNvSpPr/>
          <p:nvPr/>
        </p:nvSpPr>
        <p:spPr>
          <a:xfrm>
            <a:off x="21945600" y="2377440"/>
            <a:ext cx="2743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1" name="Picture 170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0" y="2468880"/>
            <a:ext cx="320040" cy="320040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22577007" y="2420371"/>
            <a:ext cx="1891865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PyDirectInput / pyautogui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2895203" y="2679192"/>
            <a:ext cx="125547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Inyector de Acciones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2018752" y="2907792"/>
            <a:ext cx="259689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22037040" y="2980944"/>
            <a:ext cx="256032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Inyección a bajo nivel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Compatibilidad con juegos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Simulación de pulsaciones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21982176" y="5797296"/>
            <a:ext cx="274320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ounded Rectangle 176"/>
          <p:cNvSpPr/>
          <p:nvPr/>
        </p:nvSpPr>
        <p:spPr>
          <a:xfrm>
            <a:off x="21945600" y="5760720"/>
            <a:ext cx="2743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8" name="Picture 177" descr="window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37040" y="5852159"/>
            <a:ext cx="320040" cy="320040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23000200" y="5803651"/>
            <a:ext cx="1045479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Windows OS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2853525" y="6062472"/>
            <a:ext cx="133882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Recepción de Eventos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2018752" y="6291072"/>
            <a:ext cx="259689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22037040" y="6364224"/>
            <a:ext cx="256032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API user32.dll nativa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Recepción nativa de eventos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Simulación vía Win32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6391656" y="10735055"/>
            <a:ext cx="438912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ounded Rectangle 183"/>
          <p:cNvSpPr/>
          <p:nvPr/>
        </p:nvSpPr>
        <p:spPr>
          <a:xfrm>
            <a:off x="6355080" y="10698480"/>
            <a:ext cx="438912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5" name="Picture 184" descr="sql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10789919"/>
            <a:ext cx="320040" cy="320040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7773380" y="10741411"/>
            <a:ext cx="1963999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SQLite3 DatabaseManager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220618" y="11000232"/>
            <a:ext cx="106952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focuzvoz.db local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428232" y="11228832"/>
            <a:ext cx="424281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6446520" y="11301984"/>
            <a:ext cx="420624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Almacenamiento de perfiles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Base de datos relacional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Integridad por llaves foráneas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12746736" y="10735055"/>
            <a:ext cx="438912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ounded Rectangle 190"/>
          <p:cNvSpPr/>
          <p:nvPr/>
        </p:nvSpPr>
        <p:spPr>
          <a:xfrm>
            <a:off x="12710160" y="10698480"/>
            <a:ext cx="438912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2" name="Picture 191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0" y="10789919"/>
            <a:ext cx="320040" cy="320040"/>
          </a:xfrm>
          <a:prstGeom prst="rect">
            <a:avLst/>
          </a:prstGeom>
        </p:spPr>
      </p:pic>
      <p:sp>
        <p:nvSpPr>
          <p:cNvPr id="193" name="TextBox 192"/>
          <p:cNvSpPr txBox="1"/>
          <p:nvPr/>
        </p:nvSpPr>
        <p:spPr>
          <a:xfrm>
            <a:off x="14367308" y="10741411"/>
            <a:ext cx="1486304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Research Analytics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4389750" y="11000232"/>
            <a:ext cx="144142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Telemetría Experimental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2783312" y="11228832"/>
            <a:ext cx="424281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12801600" y="11301984"/>
            <a:ext cx="420624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Registro de telemetría local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Exportación de logs en CSV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Métricas de clics y comandos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19101816" y="10735055"/>
            <a:ext cx="4389120" cy="164592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ounded Rectangle 197"/>
          <p:cNvSpPr/>
          <p:nvPr/>
        </p:nvSpPr>
        <p:spPr>
          <a:xfrm>
            <a:off x="19065240" y="10698480"/>
            <a:ext cx="438912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9" name="Picture 198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6680" y="10789919"/>
            <a:ext cx="320040" cy="32004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20594949" y="10741411"/>
            <a:ext cx="174118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PyInstaller / Inno Setup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20651855" y="11000232"/>
            <a:ext cx="162736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Arial"/>
              </a:rPr>
              <a:t>Empaquetado y Distribución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9138392" y="11228832"/>
            <a:ext cx="4242816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19156680" y="11301984"/>
            <a:ext cx="420624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Compilación a ejecutable único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Empaquetado de assets locales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Arial"/>
              </a:rPr>
              <a:t>• Instalador offline (.exe)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82880" y="13898880"/>
            <a:ext cx="252374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55555"/>
                </a:solidFill>
                <a:latin typeface="Arial"/>
              </a:rPr>
              <a:t>Monolítico Modular  ·  Singletons (Metaclase)  ·  Threading + ThreadPoolExecutor  ·  Comunicación por Memoria Compartida (numpy ndarray)  ·  Latencia &lt; 16ms  ·  100% Offline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492</Words>
  <Application>Microsoft Office PowerPoint</Application>
  <PresentationFormat>Personalizado</PresentationFormat>
  <Paragraphs>120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DARIO XAVIER CONSTANTE GONZALEZ</cp:lastModifiedBy>
  <cp:revision>2</cp:revision>
  <dcterms:created xsi:type="dcterms:W3CDTF">2013-01-27T09:14:16Z</dcterms:created>
  <dcterms:modified xsi:type="dcterms:W3CDTF">2026-07-08T17:48:35Z</dcterms:modified>
  <cp:category/>
</cp:coreProperties>
</file>